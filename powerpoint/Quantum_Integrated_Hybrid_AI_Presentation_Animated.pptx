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Quantum-Integrated Hybrid AI for Advanced Cyber Defense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Summary of Research and AI-Driven Threat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summarizes the research on Quantum-Integrated Hybrid AI for cyber defense and the AI-Driven Threat Detection paper.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cybersecurity systems struggle with detecting evolving threats such as zero-day attacks and polymorphic malware. The research explores how AI can enhance threat detection accuracy and speed.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hybrid AI approach combines Machine Learning, Deep Learning, Natural Language Processing, and Reinforcement Learning to enable real-time threat detection and automated incident response.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architecture integrates multiple AI models to analyze network traffic, detect anomalies, and respond to threats. It leverages datasets like CICIDS2017 and NSL-KDD.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Experiments show up to 95% accuracy in threat detection and a 25% reduction in false positives compared to traditional systems. Evaluation metrics include Precision, Recall, F1-Score, and Detection Latency.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with Classical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hybrid AI system outperforms legacy rule-based systems by offering adaptive and scalable threat detection capabilities.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Simulations under various attack scenarios demonstrate the effectiveness of the hybrid AI model in real-time threat detection and response.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significantly enhances cyber defense by enabling faster, more accurate, and adaptive threat detection. The hybrid approach is well-structured and addresses real-world challenges.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research will explore Explainable AI (XAI), federated learning, model interpretability, adversarial robustness, and integration with legacy infrastructure.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