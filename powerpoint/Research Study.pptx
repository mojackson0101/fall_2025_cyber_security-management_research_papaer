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9.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7"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9.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189880" y="2574000"/>
            <a:ext cx="4493520" cy="149580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555560"/>
            <a:ext cx="6575760" cy="1359720"/>
          </a:xfrm>
          <a:prstGeom prst="rect">
            <a:avLst/>
          </a:prstGeom>
          <a:noFill/>
          <a:ln w="0">
            <a:noFill/>
          </a:ln>
        </p:spPr>
        <p:txBody>
          <a:bodyPr lIns="91440" rIns="91440" tIns="91440" bIns="91440" anchor="b">
            <a:noAutofit/>
          </a:bodyPr>
          <a:p>
            <a:pPr indent="0" algn="ctr">
              <a:lnSpc>
                <a:spcPct val="100000"/>
              </a:lnSpc>
              <a:buNone/>
            </a:pPr>
            <a:r>
              <a:rPr b="1" lang="fr-FR" sz="6000" strike="noStrike" u="none">
                <a:solidFill>
                  <a:schemeClr val="accent1"/>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3" name="Google Shape;47;p13"/>
          <p:cNvSpPr/>
          <p:nvPr/>
        </p:nvSpPr>
        <p:spPr>
          <a:xfrm>
            <a:off x="228600" y="136080"/>
            <a:ext cx="3499920" cy="4871520"/>
          </a:xfrm>
          <a:prstGeom prst="roundRect">
            <a:avLst>
              <a:gd name="adj" fmla="val 840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 name="Google Shape;48;p13"/>
          <p:cNvSpPr/>
          <p:nvPr/>
        </p:nvSpPr>
        <p:spPr>
          <a:xfrm>
            <a:off x="383400" y="379080"/>
            <a:ext cx="3191760" cy="271440"/>
          </a:xfrm>
          <a:prstGeom prst="roundRect">
            <a:avLst>
              <a:gd name="adj" fmla="val 50000"/>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 name="PlaceHolder 1"/>
          <p:cNvSpPr>
            <a:spLocks noGrp="1"/>
          </p:cNvSpPr>
          <p:nvPr>
            <p:ph type="title"/>
          </p:nvPr>
        </p:nvSpPr>
        <p:spPr>
          <a:xfrm>
            <a:off x="3979440" y="228600"/>
            <a:ext cx="444420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6" name="PlaceHolder 2"/>
          <p:cNvSpPr>
            <a:spLocks noGrp="1"/>
          </p:cNvSpPr>
          <p:nvPr>
            <p:ph type="title"/>
          </p:nvPr>
        </p:nvSpPr>
        <p:spPr>
          <a:xfrm>
            <a:off x="228600" y="9208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7" name="PlaceHolder 3"/>
          <p:cNvSpPr>
            <a:spLocks noGrp="1"/>
          </p:cNvSpPr>
          <p:nvPr>
            <p:ph type="title"/>
          </p:nvPr>
        </p:nvSpPr>
        <p:spPr>
          <a:xfrm>
            <a:off x="228600" y="14277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8" name="PlaceHolder 4"/>
          <p:cNvSpPr>
            <a:spLocks noGrp="1"/>
          </p:cNvSpPr>
          <p:nvPr>
            <p:ph type="title"/>
          </p:nvPr>
        </p:nvSpPr>
        <p:spPr>
          <a:xfrm>
            <a:off x="228600" y="19346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9" name="PlaceHolder 5"/>
          <p:cNvSpPr>
            <a:spLocks noGrp="1"/>
          </p:cNvSpPr>
          <p:nvPr>
            <p:ph type="title"/>
          </p:nvPr>
        </p:nvSpPr>
        <p:spPr>
          <a:xfrm>
            <a:off x="228600" y="244152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0" name="PlaceHolder 6"/>
          <p:cNvSpPr>
            <a:spLocks noGrp="1"/>
          </p:cNvSpPr>
          <p:nvPr>
            <p:ph type="title"/>
          </p:nvPr>
        </p:nvSpPr>
        <p:spPr>
          <a:xfrm>
            <a:off x="228600" y="294840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1" name="PlaceHolder 7"/>
          <p:cNvSpPr>
            <a:spLocks noGrp="1"/>
          </p:cNvSpPr>
          <p:nvPr>
            <p:ph type="title"/>
          </p:nvPr>
        </p:nvSpPr>
        <p:spPr>
          <a:xfrm>
            <a:off x="228600" y="34552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2" name="PlaceHolder 8"/>
          <p:cNvSpPr>
            <a:spLocks noGrp="1"/>
          </p:cNvSpPr>
          <p:nvPr>
            <p:ph type="title"/>
          </p:nvPr>
        </p:nvSpPr>
        <p:spPr>
          <a:xfrm>
            <a:off x="228600" y="39621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3" name="PlaceHolder 9"/>
          <p:cNvSpPr>
            <a:spLocks noGrp="1"/>
          </p:cNvSpPr>
          <p:nvPr>
            <p:ph type="title"/>
          </p:nvPr>
        </p:nvSpPr>
        <p:spPr>
          <a:xfrm>
            <a:off x="228600" y="44690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4" name="Google Shape;74;p13"/>
          <p:cNvSpPr/>
          <p:nvPr/>
        </p:nvSpPr>
        <p:spPr>
          <a:xfrm>
            <a:off x="3805200" y="136080"/>
            <a:ext cx="5202360" cy="4871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15" name="Google Shape;76;p14"/>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 name="PlaceHolder 1"/>
          <p:cNvSpPr>
            <a:spLocks noGrp="1"/>
          </p:cNvSpPr>
          <p:nvPr>
            <p:ph type="title"/>
          </p:nvPr>
        </p:nvSpPr>
        <p:spPr>
          <a:xfrm>
            <a:off x="720000" y="45612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sp>
        <p:nvSpPr>
          <p:cNvPr id="18" name="Google Shape;80;p1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sp>
        <p:nvSpPr>
          <p:cNvPr id="20" name="Google Shape;89;p16"/>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347920" y="830160"/>
            <a:ext cx="4447800" cy="82332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23" name="Google Shape;106;p17"/>
          <p:cNvSpPr/>
          <p:nvPr/>
        </p:nvSpPr>
        <p:spPr>
          <a:xfrm>
            <a:off x="435600" y="3666960"/>
            <a:ext cx="8272440" cy="1044360"/>
          </a:xfrm>
          <a:prstGeom prst="roundRect">
            <a:avLst>
              <a:gd name="adj" fmla="val 17679"/>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Google Shape;107;p17"/>
          <p:cNvSpPr/>
          <p:nvPr/>
        </p:nvSpPr>
        <p:spPr>
          <a:xfrm>
            <a:off x="2099160" y="371016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15000"/>
              </a:lnSpc>
              <a:tabLst>
                <a:tab algn="l" pos="0"/>
              </a:tabLst>
            </a:pPr>
            <a:r>
              <a:rPr b="0" lang="en" sz="1200" strike="noStrike" u="none">
                <a:solidFill>
                  <a:schemeClr val="dk1"/>
                </a:solidFill>
                <a:effectLst/>
                <a:uFillTx/>
                <a:latin typeface="Funnel Sans"/>
                <a:ea typeface="Funnel Sans"/>
              </a:rPr>
              <a:t>CREDITS: This presentation template was created by </a:t>
            </a:r>
            <a:r>
              <a:rPr b="1" lang="en" sz="1200" strike="noStrike" u="sng">
                <a:solidFill>
                  <a:schemeClr val="hlink"/>
                </a:solidFill>
                <a:effectLst/>
                <a:uFillTx/>
                <a:latin typeface="Funnel Sans"/>
                <a:ea typeface="Funnel Sans"/>
                <a:hlinkClick r:id="rId2"/>
              </a:rPr>
              <a:t>Slidesgo</a:t>
            </a:r>
            <a:r>
              <a:rPr b="1" lang="en" sz="1200" strike="noStrike" u="none">
                <a:solidFill>
                  <a:schemeClr val="dk1"/>
                </a:solidFill>
                <a:effectLst/>
                <a:uFillTx/>
                <a:latin typeface="Funnel Sans"/>
                <a:ea typeface="Funnel Sans"/>
              </a:rPr>
              <a:t>,</a:t>
            </a:r>
            <a:r>
              <a:rPr b="0" lang="en" sz="1200" strike="noStrike" u="none">
                <a:solidFill>
                  <a:schemeClr val="dk1"/>
                </a:solidFill>
                <a:effectLst/>
                <a:uFillTx/>
                <a:latin typeface="Funnel Sans"/>
                <a:ea typeface="Funnel Sans"/>
              </a:rPr>
              <a:t> and includes icons, infographics &amp; images by </a:t>
            </a:r>
            <a:r>
              <a:rPr b="1" lang="en" sz="1200" strike="noStrike" u="sng">
                <a:solidFill>
                  <a:schemeClr val="dk1"/>
                </a:solidFill>
                <a:effectLst/>
                <a:uFillTx/>
                <a:latin typeface="Funnel Sans"/>
                <a:ea typeface="Funnel Sans"/>
                <a:hlinkClick r:id="rId3"/>
              </a:rPr>
              <a:t>Freepik</a:t>
            </a:r>
            <a:r>
              <a:rPr b="1" lang="en" sz="1200" strike="noStrike" u="sng">
                <a:solidFill>
                  <a:schemeClr val="dk1"/>
                </a:solidFill>
                <a:effectLst/>
                <a:uFillTx/>
                <a:latin typeface="Funnel Sans"/>
                <a:ea typeface="Funnel Sans"/>
              </a:rPr>
              <a:t> </a:t>
            </a:r>
            <a:endParaRPr b="0" lang="en-US" sz="1200" strike="noStrike" u="none">
              <a:solidFill>
                <a:srgbClr val="ffffff"/>
              </a:solidFill>
              <a:effectLst/>
              <a:uFillTx/>
              <a:latin typeface="OpenSymbol"/>
            </a:endParaRPr>
          </a:p>
        </p:txBody>
      </p:sp>
      <p:sp>
        <p:nvSpPr>
          <p:cNvPr id="25" name="Google Shape;108;p17"/>
          <p:cNvSpPr/>
          <p:nvPr/>
        </p:nvSpPr>
        <p:spPr>
          <a:xfrm>
            <a:off x="435600" y="557640"/>
            <a:ext cx="8272440" cy="2968920"/>
          </a:xfrm>
          <a:prstGeom prst="roundRect">
            <a:avLst>
              <a:gd name="adj" fmla="val 765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26" name="Google Shape;110;p18"/>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27" name="Google Shape;112;p19"/>
          <p:cNvSpPr/>
          <p:nvPr/>
        </p:nvSpPr>
        <p:spPr>
          <a:xfrm rot="5400000">
            <a:off x="4471200" y="532800"/>
            <a:ext cx="201600" cy="862812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69080" y="1719360"/>
            <a:ext cx="6339960" cy="2123280"/>
          </a:xfrm>
          <a:prstGeom prst="rect">
            <a:avLst/>
          </a:prstGeom>
          <a:noFill/>
          <a:ln w="0">
            <a:noFill/>
          </a:ln>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29" name="PlaceHolder 2"/>
          <p:cNvSpPr>
            <a:spLocks noGrp="1"/>
          </p:cNvSpPr>
          <p:nvPr>
            <p:ph type="title"/>
          </p:nvPr>
        </p:nvSpPr>
        <p:spPr>
          <a:xfrm>
            <a:off x="469080" y="487080"/>
            <a:ext cx="1182240" cy="841320"/>
          </a:xfrm>
          <a:prstGeom prst="rect">
            <a:avLst/>
          </a:prstGeom>
          <a:noFill/>
          <a:ln w="0">
            <a:noFill/>
          </a:ln>
        </p:spPr>
        <p:txBody>
          <a:bodyPr lIns="91440" rIns="91440" tIns="91440" bIns="91440" anchor="b">
            <a:noAutofit/>
          </a:bodyPr>
          <a:p>
            <a:pPr indent="0">
              <a:lnSpc>
                <a:spcPct val="100000"/>
              </a:lnSpc>
              <a:buNone/>
            </a:pPr>
            <a:r>
              <a:rPr b="1" lang="fr-FR" sz="6000" strike="noStrike" u="none">
                <a:solidFill>
                  <a:schemeClr val="accent2"/>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0000" y="22860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1" name="PlaceHolder 2"/>
          <p:cNvSpPr>
            <a:spLocks noGrp="1"/>
          </p:cNvSpPr>
          <p:nvPr>
            <p:ph type="body"/>
          </p:nvPr>
        </p:nvSpPr>
        <p:spPr>
          <a:xfrm>
            <a:off x="720000" y="99936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32" name="Google Shape;19;p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4" name="Google Shape;25;p5"/>
          <p:cNvSpPr/>
          <p:nvPr/>
        </p:nvSpPr>
        <p:spPr>
          <a:xfrm rot="5400000">
            <a:off x="4492080" y="429840"/>
            <a:ext cx="222480" cy="896940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6" name="Google Shape;28;p6"/>
          <p:cNvSpPr/>
          <p:nvPr/>
        </p:nvSpPr>
        <p:spPr>
          <a:xfrm>
            <a:off x="136080" y="132480"/>
            <a:ext cx="8871840" cy="4952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37" name="Google Shape;30;p7"/>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133280" y="1896480"/>
            <a:ext cx="6876720" cy="120492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228600" y="601920"/>
            <a:ext cx="4728240" cy="1402920"/>
          </a:xfrm>
          <a:prstGeom prst="rect">
            <a:avLst/>
          </a:prstGeom>
          <a:noFill/>
          <a:ln w="0">
            <a:noFill/>
          </a:ln>
        </p:spPr>
        <p:txBody>
          <a:bodyPr lIns="91440" rIns="91440" tIns="91440" bIns="91440" anchor="b">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41" name="PlaceHolder 2"/>
          <p:cNvSpPr>
            <a:spLocks noGrp="1"/>
          </p:cNvSpPr>
          <p:nvPr>
            <p:ph type="body"/>
          </p:nvPr>
        </p:nvSpPr>
        <p:spPr>
          <a:xfrm>
            <a:off x="5659200" y="0"/>
            <a:ext cx="34844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3" name="PlaceHolder 2"/>
          <p:cNvSpPr>
            <a:spLocks noGrp="1"/>
          </p:cNvSpPr>
          <p:nvPr>
            <p:ph type="title"/>
          </p:nvPr>
        </p:nvSpPr>
        <p:spPr>
          <a:xfrm>
            <a:off x="1390320" y="3955680"/>
            <a:ext cx="6363360" cy="572400"/>
          </a:xfrm>
          <a:prstGeom prst="rect">
            <a:avLst/>
          </a:prstGeom>
          <a:solidFill>
            <a:schemeClr val="lt1"/>
          </a:solidFill>
          <a:ln w="0">
            <a:noFill/>
          </a:ln>
        </p:spPr>
        <p:txBody>
          <a:bodyPr lIns="91440" rIns="91440" tIns="91440" bIns="91440" anchor="ctr">
            <a:noAutofit/>
          </a:bodyPr>
          <a:p>
            <a:pPr indent="0">
              <a:buNone/>
            </a:pPr>
            <a:r>
              <a:rPr b="0" lang="fr-FR" sz="2000" strike="noStrike" u="none">
                <a:solidFill>
                  <a:schemeClr val="dk1"/>
                </a:solidFill>
                <a:effectLst/>
                <a:uFillTx/>
                <a:latin typeface="Arial"/>
              </a:rPr>
              <a:t>Click to edit the title text format</a:t>
            </a:r>
            <a:endParaRPr b="0" lang="fr-FR" sz="2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44" name="Google Shape;118;p22"/>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46" name="Google Shape;121;p23"/>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48"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2"/>
    <p:sldLayoutId id="2147483669" r:id="rId3"/>
    <p:sldLayoutId id="2147483670"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Google Shape;128;p24" descr=""/>
          <p:cNvPicPr/>
          <p:nvPr/>
        </p:nvPicPr>
        <p:blipFill>
          <a:blip r:embed="rId1"/>
          <a:srcRect l="0" t="13906" r="6550" b="7347"/>
          <a:stretch/>
        </p:blipFill>
        <p:spPr>
          <a:xfrm>
            <a:off x="0" y="0"/>
            <a:ext cx="9143640" cy="5143320"/>
          </a:xfrm>
          <a:prstGeom prst="rect">
            <a:avLst/>
          </a:prstGeom>
          <a:noFill/>
          <a:ln w="0">
            <a:noFill/>
          </a:ln>
        </p:spPr>
      </p:pic>
      <p:grpSp>
        <p:nvGrpSpPr>
          <p:cNvPr id="50" name="Google Shape;129;p24"/>
          <p:cNvGrpSpPr/>
          <p:nvPr/>
        </p:nvGrpSpPr>
        <p:grpSpPr>
          <a:xfrm>
            <a:off x="228600" y="228600"/>
            <a:ext cx="8672400" cy="4656960"/>
            <a:chOff x="228600" y="228600"/>
            <a:chExt cx="8672400" cy="4656960"/>
          </a:xfrm>
        </p:grpSpPr>
        <p:sp>
          <p:nvSpPr>
            <p:cNvPr id="51" name="Google Shape;130;p24"/>
            <p:cNvSpPr/>
            <p:nvPr/>
          </p:nvSpPr>
          <p:spPr>
            <a:xfrm>
              <a:off x="2050200" y="257760"/>
              <a:ext cx="6850800" cy="3777120"/>
            </a:xfrm>
            <a:prstGeom prst="roundRect">
              <a:avLst>
                <a:gd name="adj" fmla="val 7195"/>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 name="Google Shape;131;p24"/>
            <p:cNvSpPr/>
            <p:nvPr/>
          </p:nvSpPr>
          <p:spPr>
            <a:xfrm>
              <a:off x="2050200" y="4174560"/>
              <a:ext cx="6850800" cy="710640"/>
            </a:xfrm>
            <a:prstGeom prst="roundRect">
              <a:avLst>
                <a:gd name="adj" fmla="val 2450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3" name="Google Shape;132;p24"/>
            <p:cNvGrpSpPr/>
            <p:nvPr/>
          </p:nvGrpSpPr>
          <p:grpSpPr>
            <a:xfrm>
              <a:off x="228600" y="228600"/>
              <a:ext cx="1673640" cy="4656960"/>
              <a:chOff x="228600" y="228600"/>
              <a:chExt cx="1673640" cy="4656960"/>
            </a:xfrm>
          </p:grpSpPr>
          <p:sp>
            <p:nvSpPr>
              <p:cNvPr id="54" name="Google Shape;133;p24"/>
              <p:cNvSpPr/>
              <p:nvPr/>
            </p:nvSpPr>
            <p:spPr>
              <a:xfrm>
                <a:off x="228600" y="228600"/>
                <a:ext cx="1673640" cy="4656960"/>
              </a:xfrm>
              <a:prstGeom prst="roundRect">
                <a:avLst>
                  <a:gd name="adj" fmla="val 1382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 name="Google Shape;134;p24"/>
              <p:cNvSpPr/>
              <p:nvPr/>
            </p:nvSpPr>
            <p:spPr>
              <a:xfrm>
                <a:off x="313560" y="334440"/>
                <a:ext cx="1498320" cy="236520"/>
              </a:xfrm>
              <a:prstGeom prst="roundRect">
                <a:avLst>
                  <a:gd name="adj" fmla="val 50000"/>
                </a:avLst>
              </a:prstGeom>
              <a:solidFill>
                <a:schemeClr val="lt2"/>
              </a:solidFill>
              <a:ln w="9525">
                <a:solidFill>
                  <a:srgbClr val="00ffa4"/>
                </a:solidFill>
                <a:round/>
              </a:ln>
            </p:spPr>
            <p:style>
              <a:lnRef idx="0"/>
              <a:fillRef idx="0"/>
              <a:effectRef idx="0"/>
              <a:fontRef idx="minor"/>
            </p:style>
            <p:txBody>
              <a:bodyPr tIns="83520" bIns="83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
        <p:nvSpPr>
          <p:cNvPr id="56" name="PlaceHolder 1"/>
          <p:cNvSpPr>
            <a:spLocks noGrp="1"/>
          </p:cNvSpPr>
          <p:nvPr>
            <p:ph type="title"/>
          </p:nvPr>
        </p:nvSpPr>
        <p:spPr>
          <a:xfrm>
            <a:off x="2190600" y="2571840"/>
            <a:ext cx="4495320" cy="149508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rmAutofit/>
          </a:bodyPr>
          <a:p>
            <a:pPr indent="0">
              <a:lnSpc>
                <a:spcPct val="100000"/>
              </a:lnSpc>
              <a:buNone/>
              <a:tabLst>
                <a:tab algn="l" pos="0"/>
              </a:tabLst>
            </a:pPr>
            <a:r>
              <a:rPr b="1" lang="en-US" sz="4200" strike="noStrike" u="none">
                <a:solidFill>
                  <a:schemeClr val="dk1"/>
                </a:solidFill>
                <a:effectLst/>
                <a:uFillTx/>
                <a:latin typeface="Manrope"/>
                <a:ea typeface="Manrope"/>
              </a:rPr>
              <a:t>Research Study</a:t>
            </a:r>
            <a:endParaRPr b="0" lang="fr-FR" sz="4200" strike="noStrike" u="none">
              <a:solidFill>
                <a:schemeClr val="dk1"/>
              </a:solidFill>
              <a:effectLst/>
              <a:uFillTx/>
              <a:latin typeface="Arial"/>
            </a:endParaRPr>
          </a:p>
        </p:txBody>
      </p:sp>
      <p:sp>
        <p:nvSpPr>
          <p:cNvPr id="57" name="PlaceHolder 2"/>
          <p:cNvSpPr>
            <a:spLocks noGrp="1"/>
          </p:cNvSpPr>
          <p:nvPr>
            <p:ph type="subTitle"/>
          </p:nvPr>
        </p:nvSpPr>
        <p:spPr>
          <a:xfrm>
            <a:off x="2190600" y="4324320"/>
            <a:ext cx="5800320" cy="475920"/>
          </a:xfrm>
          <a:prstGeom prst="rect">
            <a:avLst/>
          </a:prstGeom>
          <a:noFill/>
          <a:ln w="0">
            <a:noFill/>
          </a:ln>
          <a:effectLst>
            <a:outerShdw dist="19080" dir="5400000" blurRad="57240" rotWithShape="0">
              <a:srgbClr val="000000">
                <a:alpha val="50000"/>
              </a:srgbClr>
            </a:outerShdw>
          </a:effectLst>
        </p:spPr>
        <p:txBody>
          <a:bodyPr lIns="91440" rIns="91440" tIns="91440" bIns="91440" anchor="t">
            <a:normAutofit/>
          </a:bodyPr>
          <a:p>
            <a:pPr indent="0">
              <a:lnSpc>
                <a:spcPct val="115000"/>
              </a:lnSpc>
              <a:buNone/>
              <a:tabLst>
                <a:tab algn="l" pos="0"/>
              </a:tabLst>
            </a:pPr>
            <a:r>
              <a:rPr b="0" lang="en-US" sz="1600" strike="noStrike" u="none">
                <a:solidFill>
                  <a:schemeClr val="dk1"/>
                </a:solidFill>
                <a:effectLst/>
                <a:uFillTx/>
                <a:latin typeface="Funnel Sans Light"/>
                <a:ea typeface="Funnel Sans Light"/>
              </a:rPr>
              <a:t>Comprehensive Analysis and Key Insights</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59" name="Google Shape;281;p31"/>
          <p:cNvGrpSpPr/>
          <p:nvPr/>
        </p:nvGrpSpPr>
        <p:grpSpPr>
          <a:xfrm>
            <a:off x="118440" y="585360"/>
            <a:ext cx="8907120" cy="4466880"/>
            <a:chOff x="118440" y="585360"/>
            <a:chExt cx="8907120" cy="4466880"/>
          </a:xfrm>
        </p:grpSpPr>
        <p:sp>
          <p:nvSpPr>
            <p:cNvPr id="60"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1"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2"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Introduction</a:t>
            </a:r>
            <a:endParaRPr b="0" lang="fr-FR" sz="2700" strike="noStrike" u="none">
              <a:solidFill>
                <a:schemeClr val="dk1"/>
              </a:solidFill>
              <a:effectLst/>
              <a:uFillTx/>
              <a:latin typeface="Arial"/>
            </a:endParaRPr>
          </a:p>
        </p:txBody>
      </p:sp>
      <p:sp>
        <p:nvSpPr>
          <p:cNvPr id="63"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This presentation summarizes a research study focused on exploring key objectives, adopting a detailed methodology, and presenting significant findings. The aim is to provide a clear understanding of the study’s contribution to the field and its broader implications.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65" name="Google Shape;281;p31"/>
          <p:cNvGrpSpPr/>
          <p:nvPr/>
        </p:nvGrpSpPr>
        <p:grpSpPr>
          <a:xfrm>
            <a:off x="118440" y="585360"/>
            <a:ext cx="8907120" cy="4466880"/>
            <a:chOff x="118440" y="585360"/>
            <a:chExt cx="8907120" cy="4466880"/>
          </a:xfrm>
        </p:grpSpPr>
        <p:sp>
          <p:nvSpPr>
            <p:cNvPr id="66"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7"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8"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Research Paper</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Overview</a:t>
            </a:r>
            <a:endParaRPr b="0" lang="fr-FR" sz="2700" strike="noStrike" u="none">
              <a:solidFill>
                <a:schemeClr val="dk1"/>
              </a:solidFill>
              <a:effectLst/>
              <a:uFillTx/>
              <a:latin typeface="Arial"/>
            </a:endParaRPr>
          </a:p>
        </p:txBody>
      </p:sp>
      <p:sp>
        <p:nvSpPr>
          <p:cNvPr id="69"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0" name="Google Shape;224;p28"/>
          <p:cNvGrpSpPr/>
          <p:nvPr/>
        </p:nvGrpSpPr>
        <p:grpSpPr>
          <a:xfrm>
            <a:off x="118440" y="1505520"/>
            <a:ext cx="8907120" cy="3546720"/>
            <a:chOff x="118440" y="1505520"/>
            <a:chExt cx="8907120" cy="3546720"/>
          </a:xfrm>
        </p:grpSpPr>
        <p:sp>
          <p:nvSpPr>
            <p:cNvPr id="71"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2"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3"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Research Objectives</a:t>
            </a:r>
            <a:endParaRPr b="0" lang="fr-FR" sz="2700" strike="noStrike" u="none">
              <a:solidFill>
                <a:schemeClr val="dk1"/>
              </a:solidFill>
              <a:effectLst/>
              <a:uFillTx/>
              <a:latin typeface="Arial"/>
            </a:endParaRPr>
          </a:p>
        </p:txBody>
      </p:sp>
      <p:sp>
        <p:nvSpPr>
          <p:cNvPr id="74"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study aims to address critical questions related to the topic by identifying core problems and defining measurable goals. The objectives set the foundation for the research design and guide the process of data collection and analysis.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5" name="Google Shape;224;p28"/>
          <p:cNvGrpSpPr/>
          <p:nvPr/>
        </p:nvGrpSpPr>
        <p:grpSpPr>
          <a:xfrm>
            <a:off x="118440" y="1505520"/>
            <a:ext cx="8907120" cy="3546720"/>
            <a:chOff x="118440" y="1505520"/>
            <a:chExt cx="8907120" cy="3546720"/>
          </a:xfrm>
        </p:grpSpPr>
        <p:sp>
          <p:nvSpPr>
            <p:cNvPr id="76"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8"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Methodology</a:t>
            </a:r>
            <a:endParaRPr b="0" lang="fr-FR" sz="2700" strike="noStrike" u="none">
              <a:solidFill>
                <a:schemeClr val="dk1"/>
              </a:solidFill>
              <a:effectLst/>
              <a:uFillTx/>
              <a:latin typeface="Arial"/>
            </a:endParaRPr>
          </a:p>
        </p:txBody>
      </p:sp>
      <p:sp>
        <p:nvSpPr>
          <p:cNvPr id="79"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A rigorous methodology was employed, including systematic data collection and advanced analytical techniques. This approach ensures the reliability and validity of the results by minimizing biases and adhering to established research standards.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81" name="Google Shape;281;p31"/>
          <p:cNvGrpSpPr/>
          <p:nvPr/>
        </p:nvGrpSpPr>
        <p:grpSpPr>
          <a:xfrm>
            <a:off x="118440" y="585360"/>
            <a:ext cx="8907120" cy="4466880"/>
            <a:chOff x="118440" y="585360"/>
            <a:chExt cx="8907120" cy="4466880"/>
          </a:xfrm>
        </p:grpSpPr>
        <p:sp>
          <p:nvSpPr>
            <p:cNvPr id="82"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3"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4"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Key</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Findings</a:t>
            </a:r>
            <a:endParaRPr b="0" lang="fr-FR" sz="2700" strike="noStrike" u="none">
              <a:solidFill>
                <a:schemeClr val="dk1"/>
              </a:solidFill>
              <a:effectLst/>
              <a:uFillTx/>
              <a:latin typeface="Arial"/>
            </a:endParaRPr>
          </a:p>
        </p:txBody>
      </p:sp>
      <p:sp>
        <p:nvSpPr>
          <p:cNvPr id="85"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research revealed several important insights, including significant correlations between the main variables studied. The findings highlight the impact of key factors, demonstrating clear patterns that support the initial hypotheses. These results provide a solid foundation for further exploration and practical implementation.</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87" name="Google Shape;281;p31"/>
          <p:cNvGrpSpPr/>
          <p:nvPr/>
        </p:nvGrpSpPr>
        <p:grpSpPr>
          <a:xfrm>
            <a:off x="118440" y="585360"/>
            <a:ext cx="8907120" cy="4466880"/>
            <a:chOff x="118440" y="585360"/>
            <a:chExt cx="8907120" cy="4466880"/>
          </a:xfrm>
        </p:grpSpPr>
        <p:sp>
          <p:nvSpPr>
            <p:cNvPr id="88"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9"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0"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Analysis and</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Implications</a:t>
            </a:r>
            <a:endParaRPr b="0" lang="fr-FR" sz="2700" strike="noStrike" u="none">
              <a:solidFill>
                <a:schemeClr val="dk1"/>
              </a:solidFill>
              <a:effectLst/>
              <a:uFillTx/>
              <a:latin typeface="Arial"/>
            </a:endParaRPr>
          </a:p>
        </p:txBody>
      </p:sp>
      <p:sp>
        <p:nvSpPr>
          <p:cNvPr id="91"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2" name="Google Shape;224;p28"/>
          <p:cNvGrpSpPr/>
          <p:nvPr/>
        </p:nvGrpSpPr>
        <p:grpSpPr>
          <a:xfrm>
            <a:off x="118440" y="1505520"/>
            <a:ext cx="8907120" cy="3546720"/>
            <a:chOff x="118440" y="1505520"/>
            <a:chExt cx="8907120" cy="3546720"/>
          </a:xfrm>
        </p:grpSpPr>
        <p:sp>
          <p:nvSpPr>
            <p:cNvPr id="93"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4"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5"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Data Interpretation</a:t>
            </a:r>
            <a:endParaRPr b="0" lang="fr-FR" sz="2700" strike="noStrike" u="none">
              <a:solidFill>
                <a:schemeClr val="dk1"/>
              </a:solidFill>
              <a:effectLst/>
              <a:uFillTx/>
              <a:latin typeface="Arial"/>
            </a:endParaRPr>
          </a:p>
        </p:txBody>
      </p:sp>
      <p:sp>
        <p:nvSpPr>
          <p:cNvPr id="96"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Data was carefully analyzed to identify meaningful trends and relationships. The interpretation underscores the importance of specific variables in influencing the outcomes. This analysis helps clarify complex dynamics and supports the validity of the conclusions drawn.</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7" name="Google Shape;224;p28"/>
          <p:cNvGrpSpPr/>
          <p:nvPr/>
        </p:nvGrpSpPr>
        <p:grpSpPr>
          <a:xfrm>
            <a:off x="118440" y="1505520"/>
            <a:ext cx="8907120" cy="3546720"/>
            <a:chOff x="118440" y="1505520"/>
            <a:chExt cx="8907120" cy="3546720"/>
          </a:xfrm>
        </p:grpSpPr>
        <p:sp>
          <p:nvSpPr>
            <p:cNvPr id="98"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0"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Practical Applications</a:t>
            </a:r>
            <a:endParaRPr b="0" lang="fr-FR" sz="2700" strike="noStrike" u="none">
              <a:solidFill>
                <a:schemeClr val="dk1"/>
              </a:solidFill>
              <a:effectLst/>
              <a:uFillTx/>
              <a:latin typeface="Arial"/>
            </a:endParaRPr>
          </a:p>
        </p:txBody>
      </p:sp>
      <p:sp>
        <p:nvSpPr>
          <p:cNvPr id="101"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study’s results offer actionable insights for industry practitioners and policymakers. By applying these findings, organizations can improve processes and decision-making. The research supports evidence-based strategies that enhance efficiency and effectiveness in real-world scenarios.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103" name="Google Shape;281;p31"/>
          <p:cNvGrpSpPr/>
          <p:nvPr/>
        </p:nvGrpSpPr>
        <p:grpSpPr>
          <a:xfrm>
            <a:off x="118440" y="585360"/>
            <a:ext cx="8907120" cy="4466880"/>
            <a:chOff x="118440" y="585360"/>
            <a:chExt cx="8907120" cy="4466880"/>
          </a:xfrm>
        </p:grpSpPr>
        <p:sp>
          <p:nvSpPr>
            <p:cNvPr id="104"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5"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6"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Future Research</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Directions</a:t>
            </a:r>
            <a:endParaRPr b="0" lang="fr-FR" sz="2700" strike="noStrike" u="none">
              <a:solidFill>
                <a:schemeClr val="dk1"/>
              </a:solidFill>
              <a:effectLst/>
              <a:uFillTx/>
              <a:latin typeface="Arial"/>
            </a:endParaRPr>
          </a:p>
        </p:txBody>
      </p:sp>
      <p:sp>
        <p:nvSpPr>
          <p:cNvPr id="107"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Future studies should build on this work by exploring additional variables and contexts. Expanding the scope could uncover further nuances and broader applications. Continued research is essential to deepen understanding and refine the theoretical framework.</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109" name="Google Shape;281;p31"/>
          <p:cNvGrpSpPr/>
          <p:nvPr/>
        </p:nvGrpSpPr>
        <p:grpSpPr>
          <a:xfrm>
            <a:off x="118440" y="585360"/>
            <a:ext cx="8907120" cy="4466880"/>
            <a:chOff x="118440" y="585360"/>
            <a:chExt cx="8907120" cy="4466880"/>
          </a:xfrm>
        </p:grpSpPr>
        <p:sp>
          <p:nvSpPr>
            <p:cNvPr id="110"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1"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12"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Conclusions</a:t>
            </a:r>
            <a:endParaRPr b="0" lang="fr-FR" sz="2700" strike="noStrike" u="none">
              <a:solidFill>
                <a:schemeClr val="dk1"/>
              </a:solidFill>
              <a:effectLst/>
              <a:uFillTx/>
              <a:latin typeface="Arial"/>
            </a:endParaRPr>
          </a:p>
        </p:txBody>
      </p:sp>
      <p:sp>
        <p:nvSpPr>
          <p:cNvPr id="113"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research successfully addressed the primary objectives, providing valuable contributions to the field. The findings offer a strong basis for practical applications and highlight areas for ongoing investigation. Overall, the study advances knowledge and sets the stage for future innovation.</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2352600" y="777960"/>
            <a:ext cx="4447800" cy="869400"/>
          </a:xfrm>
          <a:prstGeom prst="rect">
            <a:avLst/>
          </a:prstGeom>
          <a:noFill/>
          <a:ln w="0">
            <a:noFill/>
          </a:ln>
        </p:spPr>
        <p:txBody>
          <a:bodyPr lIns="91440" rIns="91440" tIns="91440" bIns="91440" anchor="b">
            <a:spAutoFit/>
          </a:bodyPr>
          <a:p>
            <a:pPr indent="0" algn="ctr">
              <a:lnSpc>
                <a:spcPct val="100000"/>
              </a:lnSpc>
              <a:buNone/>
              <a:tabLst>
                <a:tab algn="l" pos="0"/>
              </a:tabLst>
            </a:pPr>
            <a:r>
              <a:rPr b="1" lang="en" sz="4500" strike="noStrike" u="none">
                <a:solidFill>
                  <a:schemeClr val="dk1"/>
                </a:solidFill>
                <a:effectLst/>
                <a:uFillTx/>
                <a:latin typeface="Manrope"/>
                <a:ea typeface="Manrope"/>
              </a:rPr>
              <a:t>THANKS!</a:t>
            </a:r>
            <a:endParaRPr b="0" lang="fr-FR" sz="4500" strike="noStrike" u="none">
              <a:solidFill>
                <a:schemeClr val="dk1"/>
              </a:solidFill>
              <a:effectLst/>
              <a:uFillTx/>
              <a:latin typeface="Arial"/>
            </a:endParaRPr>
          </a:p>
        </p:txBody>
      </p:sp>
      <p:sp>
        <p:nvSpPr>
          <p:cNvPr id="115" name="PlaceHolder 2"/>
          <p:cNvSpPr>
            <a:spLocks noGrp="1"/>
          </p:cNvSpPr>
          <p:nvPr>
            <p:ph type="subTitle"/>
          </p:nvPr>
        </p:nvSpPr>
        <p:spPr>
          <a:xfrm>
            <a:off x="2343240" y="1552680"/>
            <a:ext cx="4447800" cy="110520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1400" strike="noStrike" u="none">
                <a:solidFill>
                  <a:schemeClr val="dk1"/>
                </a:solidFill>
                <a:effectLst/>
                <a:uFillTx/>
                <a:latin typeface="Funnel Sans"/>
                <a:ea typeface="Funnel Sans"/>
              </a:rPr>
              <a:t>Do you have any questions?</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youremail@freepik.com</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+00 000 000 000</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yourwebsite.com</a:t>
            </a:r>
            <a:endParaRPr b="0" lang="en-US" sz="1400" strike="noStrike" u="none">
              <a:solidFill>
                <a:srgbClr val="ffffff"/>
              </a:solidFill>
              <a:effectLst/>
              <a:uFillTx/>
              <a:latin typeface="OpenSymbol"/>
            </a:endParaRPr>
          </a:p>
        </p:txBody>
      </p:sp>
      <p:sp>
        <p:nvSpPr>
          <p:cNvPr id="116" name="Google Shape;373;p37"/>
          <p:cNvSpPr/>
          <p:nvPr/>
        </p:nvSpPr>
        <p:spPr>
          <a:xfrm>
            <a:off x="2352600" y="4334040"/>
            <a:ext cx="4447800" cy="2566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ffffff"/>
              </a:solidFill>
              <a:effectLst/>
              <a:uFillTx/>
              <a:latin typeface="OpenSymbol"/>
            </a:endParaRPr>
          </a:p>
        </p:txBody>
      </p:sp>
      <p:sp>
        <p:nvSpPr>
          <p:cNvPr id="117" name="Google Shape;374;p37"/>
          <p:cNvSpPr/>
          <p:nvPr/>
        </p:nvSpPr>
        <p:spPr>
          <a:xfrm>
            <a:off x="3531240" y="291528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8" name="Google Shape;375;p37"/>
          <p:cNvGrpSpPr/>
          <p:nvPr/>
        </p:nvGrpSpPr>
        <p:grpSpPr>
          <a:xfrm>
            <a:off x="4398840" y="2915640"/>
            <a:ext cx="345600" cy="345240"/>
            <a:chOff x="4398840" y="2915640"/>
            <a:chExt cx="345600" cy="345240"/>
          </a:xfrm>
        </p:grpSpPr>
        <p:sp>
          <p:nvSpPr>
            <p:cNvPr id="119" name="Google Shape;376;p37"/>
            <p:cNvSpPr/>
            <p:nvPr/>
          </p:nvSpPr>
          <p:spPr>
            <a:xfrm>
              <a:off x="439884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377;p37"/>
            <p:cNvSpPr/>
            <p:nvPr/>
          </p:nvSpPr>
          <p:spPr>
            <a:xfrm>
              <a:off x="4463640" y="298080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1" name="Google Shape;378;p37"/>
            <p:cNvSpPr/>
            <p:nvPr/>
          </p:nvSpPr>
          <p:spPr>
            <a:xfrm>
              <a:off x="4513680" y="303192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2"/>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2" name="Google Shape;379;p37"/>
            <p:cNvSpPr/>
            <p:nvPr/>
          </p:nvSpPr>
          <p:spPr>
            <a:xfrm>
              <a:off x="4614840" y="300852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2"/>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3" name="Google Shape;380;p37"/>
          <p:cNvGrpSpPr/>
          <p:nvPr/>
        </p:nvGrpSpPr>
        <p:grpSpPr>
          <a:xfrm>
            <a:off x="5267160" y="2915640"/>
            <a:ext cx="345600" cy="345240"/>
            <a:chOff x="5267160" y="2915640"/>
            <a:chExt cx="345600" cy="345240"/>
          </a:xfrm>
        </p:grpSpPr>
        <p:sp>
          <p:nvSpPr>
            <p:cNvPr id="124" name="Google Shape;381;p37"/>
            <p:cNvSpPr/>
            <p:nvPr/>
          </p:nvSpPr>
          <p:spPr>
            <a:xfrm>
              <a:off x="526716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Google Shape;382;p37"/>
            <p:cNvSpPr/>
            <p:nvPr/>
          </p:nvSpPr>
          <p:spPr>
            <a:xfrm>
              <a:off x="5346720" y="305388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6" name="Google Shape;383;p37"/>
            <p:cNvSpPr/>
            <p:nvPr/>
          </p:nvSpPr>
          <p:spPr>
            <a:xfrm>
              <a:off x="5339520" y="298836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7" name="Google Shape;384;p37"/>
            <p:cNvSpPr/>
            <p:nvPr/>
          </p:nvSpPr>
          <p:spPr>
            <a:xfrm>
              <a:off x="5419440" y="305388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2025-11-02T17:16:05Z</dcterms:created>
  <dc:creator>Unknown Creator</dc:creator>
  <dc:description/>
  <dc:language>en-US</dc:language>
  <cp:lastModifiedBy>Unknown Creator</cp:lastModifiedBy>
  <dcterms:modified xsi:type="dcterms:W3CDTF">2025-11-02T17:16:05Z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